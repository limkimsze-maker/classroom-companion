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Annotation 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Annotation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40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Annotation slide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